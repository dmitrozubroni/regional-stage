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5630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3475039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261164545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983466452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99851890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029115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680829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0427919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61861363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532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0757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696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075DB9-EC53-FA41-0C79-C2FDC8C042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6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030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162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7E74ED-1F08-C12A-EC52-97587625F1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948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6207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668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DDF406-B8DF-9AF1-F878-E5260E9BFA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442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5217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245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28F7A3-6359-2093-84F6-916C74E622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451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035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4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E4080-61AC-3D55-A620-E91CEC0620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687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155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498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BE740C-D050-7A8E-60EE-72F32BD06B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882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462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48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BCC411-641A-7D2B-E6D3-FAE92CB271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417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DC7F7C-A16F-456F-CEBA-92EC25CF86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845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968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7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BD9DB-A498-420D-8360-995678ECC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981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92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22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B9A6BC-4C88-918A-6C08-5F6F61616D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134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0257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345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28202B-D4CE-0135-3CD0-7D0F0D5547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236941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2064097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95077093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2498957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6114890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9392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2323174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9245496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3717710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9108817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91319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71455097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3833507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5367029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4938111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06024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91850162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80088927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742776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2666372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1889333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85160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59801084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2089528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81781449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1705538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0734583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17651777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53668787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54919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83345966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2329707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94735667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678587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76923099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9938249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71267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39685300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6043984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2572657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9890318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7877020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492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932192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796282137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7585427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7995018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364276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48152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13326250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7411986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2832502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904630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377986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15050368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2473761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8673198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0761396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892654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93937108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441394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13590180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619417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4991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Голосование </a:t>
            </a:r>
            <a:r>
              <a:rPr lang="en-US"/>
              <a:t>DAO</a:t>
            </a:r>
            <a:endParaRPr lang="ru-RU"/>
          </a:p>
        </p:txBody>
      </p:sp>
      <p:sp>
        <p:nvSpPr>
          <p:cNvPr id="40621374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Зубрий Дмитрий Михайлович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61689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Техническое задание </a:t>
            </a: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проекта</a:t>
            </a:r>
            <a:endParaRPr/>
          </a:p>
        </p:txBody>
      </p:sp>
      <p:sp>
        <p:nvSpPr>
          <p:cNvPr id="1762999588" name=""/>
          <p:cNvSpPr txBox="1"/>
          <p:nvPr/>
        </p:nvSpPr>
        <p:spPr bwMode="auto">
          <a:xfrm rot="0" flipH="0" flipV="0">
            <a:off x="6826479" y="2092536"/>
            <a:ext cx="4874942" cy="3109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Arial"/>
              <a:buChar char="•"/>
              <a:defRPr/>
            </a:pPr>
            <a:r>
              <a:rPr lang="ru-RU" sz="2200">
                <a:latin typeface="Times New Roman"/>
                <a:ea typeface="Times New Roman"/>
                <a:cs typeface="Times New Roman"/>
              </a:rPr>
              <a:t>Написать смарт контракты токенов</a:t>
            </a:r>
            <a:endParaRPr sz="22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endParaRPr sz="22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2200">
                <a:latin typeface="Times New Roman"/>
                <a:ea typeface="Times New Roman"/>
                <a:cs typeface="Times New Roman"/>
              </a:rPr>
              <a:t>Написать основной смарт контракт, реализующий бизнес логику голосования</a:t>
            </a:r>
            <a:endParaRPr sz="22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endParaRPr sz="22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•"/>
              <a:defRPr/>
            </a:pPr>
            <a:r>
              <a:rPr lang="ru-RU" sz="2200">
                <a:latin typeface="Times New Roman"/>
                <a:ea typeface="Times New Roman"/>
                <a:cs typeface="Times New Roman"/>
              </a:rPr>
              <a:t>Написать интерфейс реализующий методы смарт контракта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19083098" name=""/>
          <p:cNvSpPr txBox="1"/>
          <p:nvPr/>
        </p:nvSpPr>
        <p:spPr bwMode="auto">
          <a:xfrm rot="0" flipH="0" flipV="0">
            <a:off x="838197" y="1861997"/>
            <a:ext cx="5148081" cy="3612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R="0" indent="450214" algn="ctr">
              <a:lnSpc>
                <a:spcPct val="150000"/>
              </a:lnSpc>
              <a:defRPr/>
            </a:pPr>
            <a:r>
              <a:rPr lang="ru-RU" sz="2200" b="0">
                <a:solidFill>
                  <a:schemeClr val="tx1"/>
                </a:solidFill>
                <a:latin typeface="Times New Roman"/>
                <a:cs typeface="Times New Roman"/>
              </a:rPr>
              <a:t>Необходимо реализовать часть системы управления и распределения финансов венчурного фонда</a:t>
            </a:r>
            <a:r>
              <a:rPr sz="2200" b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ru-RU" sz="2200" b="0">
                <a:solidFill>
                  <a:schemeClr val="tx1"/>
                </a:solidFill>
                <a:latin typeface="Times New Roman"/>
                <a:cs typeface="Times New Roman"/>
              </a:rPr>
              <a:t>а именно</a:t>
            </a:r>
            <a:r>
              <a:rPr sz="2200" b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ru-RU" sz="2200" b="0">
                <a:solidFill>
                  <a:schemeClr val="tx1"/>
                </a:solidFill>
                <a:latin typeface="Times New Roman"/>
                <a:cs typeface="Times New Roman"/>
              </a:rPr>
              <a:t>систему по управлению работой фонда</a:t>
            </a:r>
            <a:r>
              <a:rPr sz="2200" b="0">
                <a:solidFill>
                  <a:schemeClr val="tx1"/>
                </a:solidFill>
                <a:latin typeface="Times New Roman"/>
                <a:cs typeface="Times New Roman"/>
              </a:rPr>
              <a:t>. </a:t>
            </a:r>
            <a:r>
              <a:rPr lang="ru-RU" sz="2200" b="0">
                <a:solidFill>
                  <a:schemeClr val="tx1"/>
                </a:solidFill>
                <a:latin typeface="Times New Roman"/>
                <a:cs typeface="Times New Roman"/>
              </a:rPr>
              <a:t>Такая система</a:t>
            </a:r>
            <a:r>
              <a:rPr lang="en-US" sz="2200" b="0">
                <a:solidFill>
                  <a:schemeClr val="tx1"/>
                </a:solidFill>
                <a:latin typeface="Times New Roman"/>
                <a:cs typeface="Times New Roman"/>
              </a:rPr>
              <a:t>  </a:t>
            </a:r>
            <a:r>
              <a:rPr lang="ru-RU" sz="2200" b="0">
                <a:solidFill>
                  <a:schemeClr val="tx1"/>
                </a:solidFill>
                <a:latin typeface="Times New Roman"/>
                <a:cs typeface="Times New Roman"/>
              </a:rPr>
              <a:t>предполагает форму </a:t>
            </a:r>
            <a:r>
              <a:rPr lang="ru-RU" sz="2200" b="0">
                <a:solidFill>
                  <a:schemeClr val="tx1"/>
                </a:solidFill>
                <a:latin typeface="Times New Roman"/>
                <a:cs typeface="Times New Roman"/>
              </a:rPr>
              <a:t>децентрализованной автономной организации </a:t>
            </a:r>
            <a:r>
              <a:rPr sz="2200" b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ru-RU" sz="2200" b="0">
                <a:solidFill>
                  <a:schemeClr val="tx1"/>
                </a:solidFill>
                <a:latin typeface="Times New Roman"/>
                <a:cs typeface="Times New Roman"/>
              </a:rPr>
              <a:t>далее – </a:t>
            </a:r>
            <a:r>
              <a:rPr lang="en-US" sz="2200" b="0">
                <a:solidFill>
                  <a:schemeClr val="tx1"/>
                </a:solidFill>
                <a:latin typeface="Times New Roman"/>
                <a:cs typeface="Times New Roman"/>
              </a:rPr>
              <a:t>DAO</a:t>
            </a:r>
            <a:r>
              <a:rPr sz="2200" b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endParaRPr sz="22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09565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Планирование всех задач </a:t>
            </a: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проекта</a:t>
            </a:r>
            <a:endParaRPr/>
          </a:p>
        </p:txBody>
      </p:sp>
      <p:pic>
        <p:nvPicPr>
          <p:cNvPr id="8283505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95649" y="2090208"/>
            <a:ext cx="6338569" cy="3772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119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Архитектур</a:t>
            </a: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а проекта</a:t>
            </a:r>
            <a:endParaRPr/>
          </a:p>
        </p:txBody>
      </p:sp>
      <p:pic>
        <p:nvPicPr>
          <p:cNvPr id="2090426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00250" y="1690687"/>
            <a:ext cx="8191499" cy="4152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505883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 algn="ctr">
              <a:defRPr/>
            </a:pP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Подробная схема работы модуля авторизации</a:t>
            </a:r>
            <a:endParaRPr/>
          </a:p>
        </p:txBody>
      </p:sp>
      <p:pic>
        <p:nvPicPr>
          <p:cNvPr id="4474378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09874" y="2391428"/>
            <a:ext cx="6572250" cy="3438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888476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Обоснование использования технологии </a:t>
            </a: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блокчейн</a:t>
            </a:r>
            <a:endParaRPr/>
          </a:p>
        </p:txBody>
      </p:sp>
      <p:pic>
        <p:nvPicPr>
          <p:cNvPr id="2645218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65770" y="1940671"/>
            <a:ext cx="5060458" cy="46521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81480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Стек технологий для </a:t>
            </a: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разработки</a:t>
            </a:r>
            <a:endParaRPr/>
          </a:p>
        </p:txBody>
      </p:sp>
      <p:sp>
        <p:nvSpPr>
          <p:cNvPr id="1706342106" name=""/>
          <p:cNvSpPr txBox="1"/>
          <p:nvPr/>
        </p:nvSpPr>
        <p:spPr bwMode="auto">
          <a:xfrm rot="0" flipH="0" flipV="0">
            <a:off x="1944667" y="2011500"/>
            <a:ext cx="3613617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solidity</a:t>
            </a:r>
            <a:endParaRPr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283879" indent="-283879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js,</a:t>
            </a:r>
            <a:endParaRPr lang="en-US"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283878" indent="-283878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ether</a:t>
            </a: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283879" indent="-283879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react</a:t>
            </a:r>
            <a:endParaRPr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283879" indent="-283879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react-router-dom</a:t>
            </a:r>
            <a:endParaRPr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283879" indent="-283879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react-bootstrap </a:t>
            </a:r>
            <a:endParaRPr lang="en-US"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283878" indent="-283878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 bootstrap</a:t>
            </a:r>
            <a:endParaRPr sz="3600"/>
          </a:p>
        </p:txBody>
      </p:sp>
      <p:sp>
        <p:nvSpPr>
          <p:cNvPr id="836192773" name=""/>
          <p:cNvSpPr txBox="1"/>
          <p:nvPr/>
        </p:nvSpPr>
        <p:spPr bwMode="auto">
          <a:xfrm rot="0" flipH="0" flipV="0">
            <a:off x="6707772" y="2011500"/>
            <a:ext cx="4487276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ctr">
              <a:buFont typeface="Wingdings"/>
              <a:buChar char="w"/>
              <a:defRPr/>
            </a:pPr>
            <a:r>
              <a:rPr lang="en-US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lither</a:t>
            </a:r>
            <a:endParaRPr lang="en-US"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83878" indent="-283878" algn="ctr">
              <a:buFont typeface="Wingdings"/>
              <a:buChar char="w"/>
              <a:defRPr/>
            </a:pPr>
            <a:r>
              <a:rPr lang="en-US"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solhint</a:t>
            </a:r>
            <a:endParaRPr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283878" indent="-283878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hardhat</a:t>
            </a:r>
            <a:endParaRPr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283878" indent="-283878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react</a:t>
            </a:r>
            <a:endParaRPr sz="3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  <a:p>
            <a:pPr marL="283878" indent="-283878" algn="ctr">
              <a:buFont typeface="Wingdings"/>
              <a:buChar char="w"/>
              <a:defRPr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pritier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5462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Графический интерфейс </a:t>
            </a: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решения</a:t>
            </a:r>
            <a:endParaRPr/>
          </a:p>
        </p:txBody>
      </p:sp>
      <p:pic>
        <p:nvPicPr>
          <p:cNvPr id="10770076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95770" y="1974995"/>
            <a:ext cx="7600458" cy="703967"/>
          </a:xfrm>
          <a:prstGeom prst="rect">
            <a:avLst/>
          </a:prstGeom>
        </p:spPr>
      </p:pic>
      <p:pic>
        <p:nvPicPr>
          <p:cNvPr id="25250146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188633" y="2902479"/>
            <a:ext cx="7962899" cy="3571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471961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возможные уязвимости и недостатки </a:t>
            </a: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проекта</a:t>
            </a:r>
            <a:endParaRPr/>
          </a:p>
        </p:txBody>
      </p:sp>
      <p:sp>
        <p:nvSpPr>
          <p:cNvPr id="292178347" name=""/>
          <p:cNvSpPr txBox="1"/>
          <p:nvPr/>
        </p:nvSpPr>
        <p:spPr bwMode="auto">
          <a:xfrm rot="0" flipH="0" flipV="0">
            <a:off x="959595" y="1992926"/>
            <a:ext cx="4225518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Arial"/>
              <a:buChar char="–"/>
              <a:defRPr/>
            </a:pPr>
            <a:r>
              <a:rPr sz="3600">
                <a:latin typeface="Times New Roman"/>
                <a:ea typeface="Times New Roman"/>
                <a:cs typeface="Times New Roman"/>
              </a:rPr>
              <a:t>Манипуляция токенами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–"/>
              <a:defRPr/>
            </a:pPr>
            <a:r>
              <a:rPr lang="en-US" sz="3600">
                <a:latin typeface="Times New Roman"/>
                <a:ea typeface="Times New Roman"/>
                <a:cs typeface="Times New Roman"/>
              </a:rPr>
              <a:t>DoS </a:t>
            </a:r>
            <a:r>
              <a:rPr sz="3600">
                <a:latin typeface="Times New Roman"/>
                <a:ea typeface="Times New Roman"/>
                <a:cs typeface="Times New Roman"/>
              </a:rPr>
              <a:t>атаки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–"/>
              <a:defRPr/>
            </a:pPr>
            <a:r>
              <a:rPr sz="3600">
                <a:latin typeface="Times New Roman"/>
                <a:ea typeface="Times New Roman"/>
                <a:cs typeface="Times New Roman"/>
              </a:rPr>
              <a:t>Токены после голосования переводятся на контракт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144313967" name=""/>
          <p:cNvSpPr txBox="1"/>
          <p:nvPr/>
        </p:nvSpPr>
        <p:spPr bwMode="auto">
          <a:xfrm rot="0" flipH="0" flipV="0">
            <a:off x="6853027" y="1936896"/>
            <a:ext cx="4036689" cy="3383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Arial"/>
              <a:buChar char="–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Высокий порок входа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–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Необратимость операций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Arial"/>
              <a:buChar char="–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Сложность обновлений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2033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800">
                <a:solidFill>
                  <a:srgbClr val="7030A0"/>
                </a:solidFill>
                <a:latin typeface="Times New Roman"/>
                <a:cs typeface="Times New Roman"/>
              </a:rPr>
              <a:t>План дальнейшего развития </a:t>
            </a: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проекта</a:t>
            </a:r>
            <a:endParaRPr/>
          </a:p>
        </p:txBody>
      </p:sp>
      <p:sp>
        <p:nvSpPr>
          <p:cNvPr id="106960174" name=""/>
          <p:cNvSpPr txBox="1"/>
          <p:nvPr/>
        </p:nvSpPr>
        <p:spPr bwMode="auto">
          <a:xfrm rot="0" flipH="0" flipV="0">
            <a:off x="2598645" y="1903902"/>
            <a:ext cx="8421196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Wingdings"/>
              <a:buChar char="ü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Разработка мобильного приложение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Wingdings"/>
              <a:buChar char="ü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Устранение уязвим остей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Wingdings"/>
              <a:buChar char="ü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Добавление стейкинга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Wingdings"/>
              <a:buChar char="ü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Написать </a:t>
            </a:r>
            <a:r>
              <a:rPr lang="en-US" sz="3600">
                <a:latin typeface="Times New Roman"/>
                <a:ea typeface="Times New Roman"/>
                <a:cs typeface="Times New Roman"/>
              </a:rPr>
              <a:t>proxy contract </a:t>
            </a:r>
            <a:r>
              <a:rPr lang="ru-RU" sz="3600">
                <a:latin typeface="Times New Roman"/>
                <a:ea typeface="Times New Roman"/>
                <a:cs typeface="Times New Roman"/>
              </a:rPr>
              <a:t>для обновлений</a:t>
            </a:r>
            <a:endParaRPr sz="3600">
              <a:latin typeface="Times New Roman"/>
              <a:cs typeface="Times New Roman"/>
            </a:endParaRPr>
          </a:p>
          <a:p>
            <a:pPr marL="482136" indent="-482136" algn="l">
              <a:buFont typeface="Wingdings"/>
              <a:buChar char="ü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Мультчейн развёртывание</a:t>
            </a:r>
            <a:endParaRPr sz="3600">
              <a:latin typeface="Times New Roman"/>
              <a:cs typeface="Times New Roman"/>
            </a:endParaRPr>
          </a:p>
          <a:p>
            <a:pPr marL="482136" indent="-482136" algn="l">
              <a:buFont typeface="Wingdings"/>
              <a:buChar char="ü"/>
              <a:defRPr/>
            </a:pPr>
            <a:r>
              <a:rPr lang="ru-RU" sz="3600">
                <a:latin typeface="Times New Roman"/>
                <a:ea typeface="Times New Roman"/>
                <a:cs typeface="Times New Roman"/>
              </a:rPr>
              <a:t>Внедрение </a:t>
            </a:r>
            <a:r>
              <a:rPr lang="en-US" sz="3600">
                <a:latin typeface="Times New Roman"/>
                <a:ea typeface="Times New Roman"/>
                <a:cs typeface="Times New Roman"/>
              </a:rPr>
              <a:t>GoldSky </a:t>
            </a:r>
            <a:r>
              <a:rPr lang="ru-RU" sz="3600">
                <a:latin typeface="Times New Roman"/>
                <a:ea typeface="Times New Roman"/>
                <a:cs typeface="Times New Roman"/>
              </a:rPr>
              <a:t>в проект</a:t>
            </a:r>
            <a:endParaRPr sz="3600">
              <a:latin typeface="Times New Roman"/>
              <a:cs typeface="Times New Roman"/>
            </a:endParaRPr>
          </a:p>
          <a:p>
            <a:pPr marL="482137" indent="-482137" algn="l">
              <a:buFont typeface="Wingdings"/>
              <a:buChar char="ü"/>
              <a:defRPr/>
            </a:pP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43857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4800" spc="-9">
                <a:solidFill>
                  <a:srgbClr val="7030A0"/>
                </a:solidFill>
                <a:latin typeface="Times New Roman"/>
                <a:cs typeface="Times New Roman"/>
              </a:rPr>
              <a:t>План коммерциализации проекта</a:t>
            </a:r>
            <a:endParaRPr/>
          </a:p>
        </p:txBody>
      </p:sp>
      <p:sp>
        <p:nvSpPr>
          <p:cNvPr id="1682669830" name=""/>
          <p:cNvSpPr txBox="1"/>
          <p:nvPr/>
        </p:nvSpPr>
        <p:spPr bwMode="auto">
          <a:xfrm rot="0" flipH="0" flipV="0">
            <a:off x="2361046" y="1584534"/>
            <a:ext cx="7530380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Wingdings"/>
              <a:buChar char="Ø"/>
              <a:defRPr/>
            </a:pPr>
            <a:r>
              <a:rPr lang="ru-RU" sz="3600" b="0">
                <a:solidFill>
                  <a:schemeClr val="tx1"/>
                </a:solidFill>
              </a:rPr>
              <a:t> Внедрение подписки</a:t>
            </a:r>
            <a:r>
              <a:rPr lang="en-US" sz="3600" b="0">
                <a:solidFill>
                  <a:schemeClr val="tx1"/>
                </a:solidFill>
              </a:rPr>
              <a:t>,</a:t>
            </a:r>
            <a:endParaRPr sz="3600" b="0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расширяющей возможности</a:t>
            </a:r>
            <a:endParaRPr sz="3600" b="0">
              <a:solidFill>
                <a:schemeClr val="tx1"/>
              </a:solidFill>
            </a:endParaRPr>
          </a:p>
          <a:p>
            <a:pPr marL="482137" indent="-482137" algn="l">
              <a:buFont typeface="Wingdings"/>
              <a:buChar char="Ø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Добавление рекламы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на сайте</a:t>
            </a:r>
            <a:endParaRPr sz="3600" b="0">
              <a:solidFill>
                <a:schemeClr val="tx1"/>
              </a:solidFill>
            </a:endParaRPr>
          </a:p>
          <a:p>
            <a:pPr marL="482137" indent="-482137" algn="l">
              <a:buFont typeface="Wingdings"/>
              <a:buChar char="Ø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Добавить покупку возможности создания своей организации</a:t>
            </a:r>
            <a:endParaRPr sz="3600" b="0">
              <a:solidFill>
                <a:schemeClr val="tx1"/>
              </a:solidFill>
            </a:endParaRPr>
          </a:p>
          <a:p>
            <a:pPr marL="482137" indent="-482137" algn="l">
              <a:buFont typeface="Wingdings"/>
              <a:buChar char="Ø"/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Комиссия за транзакции</a:t>
            </a:r>
            <a:endParaRPr sz="3600" b="0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Выпуск на продажу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NFT </a:t>
            </a:r>
            <a:r>
              <a:rPr lang="ru-RU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связанных с проектом</a:t>
            </a:r>
            <a:endParaRPr sz="36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1">
                <a:lumMod val="40000"/>
                <a:lumOff val="6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417149" name="Заголовок 1"/>
          <p:cNvSpPr>
            <a:spLocks noGrp="1"/>
          </p:cNvSpPr>
          <p:nvPr>
            <p:ph type="title"/>
          </p:nvPr>
        </p:nvSpPr>
        <p:spPr bwMode="auto">
          <a:xfrm>
            <a:off x="1272116" y="2629958"/>
            <a:ext cx="10515600" cy="1325562"/>
          </a:xfrm>
        </p:spPr>
        <p:txBody>
          <a:bodyPr/>
          <a:lstStyle/>
          <a:p>
            <a:pPr algn="ctr">
              <a:defRPr/>
            </a:pPr>
            <a:r>
              <a:rPr sz="4800"/>
              <a:t>Всем спасибо за внимание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2026-03-20T10:53:42Z</dcterms:modified>
</cp:coreProperties>
</file>